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4630400" cy="8229600"/>
  <p:notesSz cx="8229600" cy="14630400"/>
  <p:embeddedFontLst>
    <p:embeddedFont>
      <p:font typeface="Mukta Light" panose="020B0604020202020204" charset="0"/>
      <p:regular r:id="rId16"/>
    </p:embeddedFont>
    <p:embeddedFont>
      <p:font typeface="Prompt Medium" panose="00000600000000000000" pitchFamily="2" charset="-3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23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5765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Hotel Management System: 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89953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 hotel operations using Java to enhance efficiency and accuracy.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457223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Core functions include booking, check-in/out, billing, and availability tracking.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047457" y="5670919"/>
            <a:ext cx="246768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K. </a:t>
            </a:r>
            <a:r>
              <a:rPr lang="en-US" sz="1800" dirty="0" err="1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Himakar</a:t>
            </a:r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 Reddy 	- AP22110011215</a:t>
            </a:r>
            <a:endParaRPr lang="en-IN" sz="1800" dirty="0">
              <a:solidFill>
                <a:schemeClr val="bg1"/>
              </a:solidFill>
              <a:effectLst/>
              <a:latin typeface="Mukta Light" panose="020B0604020202020204" charset="0"/>
              <a:ea typeface="MS Mincho" panose="02020609040205080304" pitchFamily="49" charset="-128"/>
              <a:cs typeface="Mukta Light" panose="020B0604020202020204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M. Lohith 	- AP22110011229</a:t>
            </a:r>
            <a:endParaRPr lang="en-IN" sz="1800" dirty="0">
              <a:solidFill>
                <a:schemeClr val="bg1"/>
              </a:solidFill>
              <a:effectLst/>
              <a:latin typeface="Mukta Light" panose="020B0604020202020204" charset="0"/>
              <a:ea typeface="MS Mincho" panose="02020609040205080304" pitchFamily="49" charset="-128"/>
              <a:cs typeface="Mukta Light" panose="020B0604020202020204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B. Sai Ganesh          - AP22110011320</a:t>
            </a:r>
            <a:endParaRPr lang="en-IN" sz="1800" dirty="0">
              <a:solidFill>
                <a:schemeClr val="bg1"/>
              </a:solidFill>
              <a:effectLst/>
              <a:latin typeface="Mukta Light" panose="020B0604020202020204" charset="0"/>
              <a:ea typeface="MS Mincho" panose="02020609040205080304" pitchFamily="49" charset="-128"/>
              <a:cs typeface="Mukta Light" panose="020B0604020202020204" charset="0"/>
            </a:endParaRPr>
          </a:p>
          <a:p>
            <a:pPr>
              <a:buNone/>
            </a:pPr>
            <a:r>
              <a:rPr lang="en-US" sz="1800" dirty="0" err="1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Ishraful</a:t>
            </a:r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 Ansari 	- AP22110011525</a:t>
            </a:r>
            <a:endParaRPr lang="en-IN" sz="1800" dirty="0">
              <a:solidFill>
                <a:schemeClr val="bg1"/>
              </a:solidFill>
              <a:effectLst/>
              <a:latin typeface="Mukta Light" panose="020B0604020202020204" charset="0"/>
              <a:ea typeface="MS Mincho" panose="02020609040205080304" pitchFamily="49" charset="-128"/>
              <a:cs typeface="Mukta Light" panose="020B0604020202020204" charset="0"/>
            </a:endParaRP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Sandesh Patel 	- AP22110011637</a:t>
            </a:r>
            <a:endParaRPr lang="en-IN" sz="1800" dirty="0">
              <a:solidFill>
                <a:schemeClr val="bg1"/>
              </a:solidFill>
              <a:effectLst/>
              <a:latin typeface="Mukta Light" panose="020B0604020202020204" charset="0"/>
              <a:ea typeface="MS Mincho" panose="02020609040205080304" pitchFamily="49" charset="-128"/>
              <a:cs typeface="Mukta Light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effectLst/>
                <a:latin typeface="Mukta Light" panose="020B0604020202020204" charset="0"/>
                <a:ea typeface="MS Mincho" panose="02020609040205080304" pitchFamily="49" charset="-128"/>
                <a:cs typeface="Mukta Light" panose="020B0604020202020204" charset="0"/>
              </a:rPr>
              <a:t>Yadav Sarbesh	- AP22110011510</a:t>
            </a:r>
            <a:endParaRPr lang="en-IN" sz="1800" dirty="0">
              <a:solidFill>
                <a:schemeClr val="bg1"/>
              </a:solidFill>
              <a:effectLst/>
              <a:latin typeface="Mukta Light" panose="020B0604020202020204" charset="0"/>
              <a:ea typeface="MS Mincho" panose="02020609040205080304" pitchFamily="49" charset="-128"/>
              <a:cs typeface="Mukta Light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244798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Objective: Streamlining Hotel Operations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395013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6280" y="3950137"/>
            <a:ext cx="27823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Comprehensive Java-based System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478405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Automates core hotel services seamlessly.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395013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7711" y="395013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Efficiency Focus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497711" y="444115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Simplifies booking, check-in/out, and billing.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609861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6280" y="6098619"/>
            <a:ext cx="31275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Accuracy Enhancement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666280" y="658963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Improves data reliability and service quality.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77628"/>
            <a:ext cx="863786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Features: Core Functionality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157180"/>
            <a:ext cx="6327815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3419237"/>
            <a:ext cx="44671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Room Reservation &amp; Cancellation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7438668" y="3157180"/>
            <a:ext cx="6327815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00724" y="3419237"/>
            <a:ext cx="439054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Check-in &amp; Check-out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864037" y="4271010"/>
            <a:ext cx="6327815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093" y="4533067"/>
            <a:ext cx="3645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Room Availability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7438668" y="4271010"/>
            <a:ext cx="6327815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0724" y="4533067"/>
            <a:ext cx="47378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Bill Generation &amp; Payment Tracking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864037" y="5384840"/>
            <a:ext cx="6327815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6093" y="564689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Dashboard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7438668" y="5384840"/>
            <a:ext cx="6327815" cy="867013"/>
          </a:xfrm>
          <a:prstGeom prst="roundRect">
            <a:avLst>
              <a:gd name="adj" fmla="val 11960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0724" y="564689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User-friendly GUI</a:t>
            </a:r>
            <a:endParaRPr lang="en-US" sz="21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8856FE-961F-79D9-4F83-88305A7AC155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662357"/>
            <a:ext cx="106014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Architecture: High-Level Design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9652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Presentation Layer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55497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Java Swing GUI for user interaction.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965258"/>
            <a:ext cx="28033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Business Logic Layer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55497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Handles core application processes.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652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Layer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554974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Manages database interactions and storage.</a:t>
            </a:r>
            <a:endParaRPr lang="en-US" sz="1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D1224-52A7-F508-D45E-43F0139241EC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75914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 Design: Data Management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377868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6280" y="377868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MySQL Database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426970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Stores all hotel-related data securely.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377868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7711" y="377868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Tables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497711" y="426970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Rooms, Customers, Reservations, Bills, Users.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55842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6280" y="558426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Relationships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666280" y="607528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ER diagram illustrates data connections.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90907"/>
            <a:ext cx="824448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Interface: Intuitive Design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93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Room Availability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383524"/>
            <a:ext cx="27739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Displays real-time room status and bookings.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47793" y="3793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 Dashboard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4247793" y="4383524"/>
            <a:ext cx="27739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 rooms, customers, and generate reports.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1549" y="3793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Booking Module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31549" y="4383524"/>
            <a:ext cx="27739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Streamlined reservation process for users.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015305" y="3793808"/>
            <a:ext cx="27739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Check-in/Check-out Module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015305" y="4726424"/>
            <a:ext cx="277391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Simplifies guest handling efficiently.</a:t>
            </a:r>
            <a:endParaRPr lang="en-US" sz="1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6B917A-3349-0A32-DF22-DE17BE47B973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75914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 Details: Java Code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377868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6280" y="377868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Technologies Used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426970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Java Swing, JDBC, MySQL Connector for connectivity.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377868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7711" y="377868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Code Structure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497711" y="426970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Organized in packages and classes for clarity.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558426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6280" y="558426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Sample Code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666280" y="607528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Showcases key functionalities and modular design.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662357"/>
            <a:ext cx="1070681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Testing and Validation: Ensuring Quality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9652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Unit Testing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554974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JUnit to validate individual components.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96525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Integration Testing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55497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Ensures smooth module interactions.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65258"/>
            <a:ext cx="33341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Acceptance Testing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55497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Gathers feedback for refinement.</a:t>
            </a:r>
            <a:endParaRPr lang="en-US" sz="1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0E60B-6A9A-3A7C-2155-2A55DE809E45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194" y="619244"/>
            <a:ext cx="7567612" cy="1250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Enhancements: Expanding Capabilities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94" y="2207895"/>
            <a:ext cx="1125974" cy="13511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51948" y="2433042"/>
            <a:ext cx="3048833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Online Payment Gateway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251948" y="2880836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 digital transactions for convenience.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94" y="3559016"/>
            <a:ext cx="1125974" cy="13511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51948" y="3784163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Cloud Deployment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251948" y="4231958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Access system from anywhere with ease.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94" y="4910138"/>
            <a:ext cx="1125974" cy="13511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51948" y="5135285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Mobile Application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251948" y="5583079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Customer-friendly interface for bookings on-the-go.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194" y="6261259"/>
            <a:ext cx="1125974" cy="13511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51948" y="6486406"/>
            <a:ext cx="2519362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Analytics Dashboard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2251948" y="6934200"/>
            <a:ext cx="6103858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Advanced reporting for data-driven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A532C-D955-C398-8B98-3E7E63D01C89}"/>
              </a:ext>
            </a:extLst>
          </p:cNvPr>
          <p:cNvSpPr txBox="1"/>
          <p:nvPr/>
        </p:nvSpPr>
        <p:spPr>
          <a:xfrm>
            <a:off x="1862254" y="1048215"/>
            <a:ext cx="8118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User Interfaces </a:t>
            </a:r>
            <a:endParaRPr lang="en-IN" sz="4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4AD1B-865A-B0BA-905F-B5AE19F40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02" y="2325029"/>
            <a:ext cx="8118087" cy="4566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9ADA28-5B74-C027-6369-774C92081BC3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12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BCBF01-EB9C-F636-4446-A6DE9AE9B101}"/>
              </a:ext>
            </a:extLst>
          </p:cNvPr>
          <p:cNvSpPr txBox="1"/>
          <p:nvPr/>
        </p:nvSpPr>
        <p:spPr>
          <a:xfrm>
            <a:off x="1862254" y="1048215"/>
            <a:ext cx="8118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User Interfaces </a:t>
            </a:r>
            <a:endParaRPr lang="en-IN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1E0DF-C05F-349A-316E-BB0A04F57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54" y="2525752"/>
            <a:ext cx="7880195" cy="4432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0C3E8-4AC2-1D7F-5782-187B84FFB311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69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FA1E7B-7C3F-C31F-6EF5-A7FAF714E6DD}"/>
              </a:ext>
            </a:extLst>
          </p:cNvPr>
          <p:cNvSpPr txBox="1"/>
          <p:nvPr/>
        </p:nvSpPr>
        <p:spPr>
          <a:xfrm>
            <a:off x="1862254" y="1048215"/>
            <a:ext cx="8118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User Interfaces </a:t>
            </a:r>
            <a:endParaRPr lang="en-IN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E5CAC-A81D-8ACF-08E0-271DF61D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89" y="2269273"/>
            <a:ext cx="8973015" cy="5047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B2FAA-68CB-1F20-99F1-F4F6D80F62EB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17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8769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Conclusion: Efficiency and Accuracy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60723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2680" y="3607237"/>
            <a:ext cx="27823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Streamlined Operations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152680" y="444115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Reduces errors and manual workload substantially.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360723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84111" y="3607237"/>
            <a:ext cx="27823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Satisfaction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984111" y="4441150"/>
            <a:ext cx="278237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Fast, accurate service improves guest experience.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75571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2680" y="5755719"/>
            <a:ext cx="315944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Scalable System Design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152680" y="624673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Supports future growth and feature additions.</a:t>
            </a:r>
            <a:endParaRPr lang="en-US" sz="1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981CC0-5C1D-5A8F-632F-08BCED6DD935}"/>
              </a:ext>
            </a:extLst>
          </p:cNvPr>
          <p:cNvSpPr txBox="1"/>
          <p:nvPr/>
        </p:nvSpPr>
        <p:spPr>
          <a:xfrm>
            <a:off x="12768146" y="7727795"/>
            <a:ext cx="1761893" cy="379142"/>
          </a:xfrm>
          <a:prstGeom prst="rect">
            <a:avLst/>
          </a:prstGeom>
          <a:solidFill>
            <a:srgbClr val="05053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383</Words>
  <Application>Microsoft Office PowerPoint</Application>
  <PresentationFormat>Custom</PresentationFormat>
  <Paragraphs>89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Prompt Medium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HIMAKAR REDDY KETHU</cp:lastModifiedBy>
  <cp:revision>2</cp:revision>
  <dcterms:created xsi:type="dcterms:W3CDTF">2025-04-27T18:52:55Z</dcterms:created>
  <dcterms:modified xsi:type="dcterms:W3CDTF">2025-04-28T04:30:57Z</dcterms:modified>
</cp:coreProperties>
</file>